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33" r:id="rId2"/>
    <p:sldId id="334" r:id="rId3"/>
    <p:sldId id="335" r:id="rId4"/>
    <p:sldId id="336" r:id="rId5"/>
    <p:sldId id="337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38" r:id="rId16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502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264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DC1E3-3C06-49E0-A248-4FB1E4E47BD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DC1E3-3C06-49E0-A248-4FB1E4E47BD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BSCS-7</a:t>
            </a:r>
            <a:r>
              <a:rPr lang="en-GB" sz="4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2510119"/>
            <a:ext cx="6716268" cy="3181229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			</a:t>
            </a:r>
          </a:p>
          <a:p>
            <a:pPr algn="r"/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M. </a:t>
            </a:r>
            <a:r>
              <a:rPr lang="en-GB" sz="2400" b="1">
                <a:solidFill>
                  <a:schemeClr val="bg1"/>
                </a:solidFill>
                <a:latin typeface="Garamond" panose="02020404030301010803" pitchFamily="18" charset="0"/>
              </a:rPr>
              <a:t>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2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727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0" y="1268195"/>
            <a:ext cx="9144000" cy="1752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  <a:latin typeface="Arial Black" panose="020B0A04020102020204" pitchFamily="34" charset="0"/>
              </a:rPr>
              <a:t>Compiler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0692" y="4394682"/>
            <a:ext cx="2282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Lecture 01 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8574" y="3444517"/>
            <a:ext cx="32468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Course Code: CS-411</a:t>
            </a:r>
          </a:p>
        </p:txBody>
      </p:sp>
    </p:spTree>
    <p:extLst>
      <p:ext uri="{BB962C8B-B14F-4D97-AF65-F5344CB8AC3E}">
        <p14:creationId xmlns:p14="http://schemas.microsoft.com/office/powerpoint/2010/main" val="2259043345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100" y="0"/>
            <a:ext cx="9288300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Content Placeholder 2"/>
          <p:cNvSpPr txBox="1"/>
          <p:nvPr/>
        </p:nvSpPr>
        <p:spPr>
          <a:xfrm>
            <a:off x="152400" y="2209800"/>
            <a:ext cx="88392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Credit Hours: </a:t>
            </a:r>
            <a:r>
              <a:rPr lang="en-US" b="1" dirty="0">
                <a:solidFill>
                  <a:srgbClr val="FF0000"/>
                </a:solidFill>
              </a:rPr>
              <a:t>3(3-0)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Theory: </a:t>
            </a:r>
            <a:r>
              <a:rPr lang="en-US" b="1" dirty="0">
                <a:solidFill>
                  <a:srgbClr val="FF0000"/>
                </a:solidFill>
              </a:rPr>
              <a:t>Cr. Hr. 03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Practical: </a:t>
            </a:r>
            <a:r>
              <a:rPr lang="en-US" b="1" dirty="0">
                <a:solidFill>
                  <a:srgbClr val="FF0000"/>
                </a:solidFill>
              </a:rPr>
              <a:t>Cr. Hr. 00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91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100" y="0"/>
            <a:ext cx="9208474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2" name="Title 1"/>
          <p:cNvSpPr txBox="1"/>
          <p:nvPr/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+mn-lt"/>
              </a:rPr>
              <a:t>Marking Scheme</a:t>
            </a:r>
          </a:p>
        </p:txBody>
      </p:sp>
      <p:sp>
        <p:nvSpPr>
          <p:cNvPr id="13" name="Content Placeholder 2"/>
          <p:cNvSpPr txBox="1"/>
          <p:nvPr/>
        </p:nvSpPr>
        <p:spPr>
          <a:xfrm>
            <a:off x="377373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Mid Exam= 25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Final Exam= 40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Sessional = 35 Marks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Assignment 1 (05)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Assignment 2 (05)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Assignment 3 (05)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Quiz 1  (05)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Quiz 2 (05)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Presentations (10)</a:t>
            </a:r>
            <a:endParaRPr lang="en-US" sz="36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971562" y="6250847"/>
            <a:ext cx="33530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Total Marks: </a:t>
            </a:r>
            <a:r>
              <a:rPr lang="en-US" sz="2800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50912511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100" y="0"/>
            <a:ext cx="9208474" cy="1115736"/>
            <a:chOff x="0" y="0"/>
            <a:chExt cx="12324746" cy="111573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10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Title 1"/>
          <p:cNvSpPr txBox="1"/>
          <p:nvPr/>
        </p:nvSpPr>
        <p:spPr>
          <a:xfrm>
            <a:off x="274093" y="14478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</a:rPr>
              <a:t>Advice…!!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rgbClr val="002060"/>
                </a:solidFill>
              </a:rPr>
              <a:t>Kindly read the book before and after the lecture, if some terms/ words are not covered in the lecture, if appear in exam it might not appear strange or out of course.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164365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Content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algn="just"/>
            <a:r>
              <a:rPr lang="en-US" sz="3200" dirty="0"/>
              <a:t>Introduction to compiler </a:t>
            </a:r>
          </a:p>
          <a:p>
            <a:pPr algn="just"/>
            <a:r>
              <a:rPr lang="en-US" sz="3200" dirty="0"/>
              <a:t>Application of Compiler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Natural Languages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Natural Languages?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you understand the languages?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know multiple languages then how can you recognize each of them ?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you know which sentence is correct and which one is incorrect?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55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Programming </a:t>
            </a:r>
            <a:r>
              <a:rPr lang="en-US" sz="3600" dirty="0" err="1">
                <a:solidFill>
                  <a:schemeClr val="bg1"/>
                </a:solidFill>
              </a:rPr>
              <a:t>Langugaes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programming Languages?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you understand t5he programming languages?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know multiple programming languages then how can you recognize each of them?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you know which syntax is correct and which one is incorrect?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55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Compiler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0074"/>
            <a:ext cx="8229600" cy="51212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compiler is a program that translates code written in a high-level programming language (like C, C++, Java, or Python) into machine code, bytecode, or another lower-level language that a computer can understand and execute.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→ Machine Code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takes your human-readable code and turns it into something your computer's processor can run directly.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55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Compiler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2" y="2670175"/>
            <a:ext cx="74961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8525539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Compiler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3017837"/>
            <a:ext cx="70485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8525539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Why we study compilers?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a wide range of theoretical techniques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of computations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</a:p>
          <a:p>
            <a:pPr lvl="1"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programming languages.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55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Features of compilers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 the meaning of the code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 of target code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 legal and illegal program.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 of compilation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error reporting/handling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Cooperation with the debugger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storage of all variables and codes.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for separate compilation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55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Application of 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/>
          <a:lstStyle/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source code (C, C++, Java) into executable programs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IDEs and build systems (e.g., Visual Studio, Eclipse)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Optimizes code for performance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Debugging tools rely on compiler metadata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code analysis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55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100" y="0"/>
            <a:ext cx="9208474" cy="1115736"/>
            <a:chOff x="0" y="0"/>
            <a:chExt cx="12324746" cy="111573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10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Title 1"/>
          <p:cNvSpPr txBox="1"/>
          <p:nvPr/>
        </p:nvSpPr>
        <p:spPr>
          <a:xfrm>
            <a:off x="274093" y="14478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</a:rPr>
              <a:t>Advice…!!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rgbClr val="002060"/>
                </a:solidFill>
              </a:rPr>
              <a:t>Kindly read the book before and after the lecture, if some terms/ words are not covered in the lecture, if appear in exam it might not appear strange or out of course.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171314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79</TotalTime>
  <Words>514</Words>
  <Application>Microsoft Office PowerPoint</Application>
  <PresentationFormat>On-screen Show (4:3)</PresentationFormat>
  <Paragraphs>96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BSCS-7th Semester</vt:lpstr>
      <vt:lpstr>PowerPoint Presentation</vt:lpstr>
      <vt:lpstr>PowerPoint Presentation</vt:lpstr>
      <vt:lpstr>PowerPoint Presentation</vt:lpstr>
      <vt:lpstr>PowerPoint Presentation</vt:lpstr>
      <vt:lpstr>Content </vt:lpstr>
      <vt:lpstr>Natural Languages </vt:lpstr>
      <vt:lpstr>Programming Langugaes </vt:lpstr>
      <vt:lpstr>Compiler </vt:lpstr>
      <vt:lpstr>Compiler</vt:lpstr>
      <vt:lpstr>Compiler</vt:lpstr>
      <vt:lpstr>Why we study compilers?</vt:lpstr>
      <vt:lpstr>Features of compilers</vt:lpstr>
      <vt:lpstr>Application of Compiler</vt:lpstr>
      <vt:lpstr>PowerPoint Presentation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77</cp:revision>
  <dcterms:created xsi:type="dcterms:W3CDTF">2009-12-29T10:39:00Z</dcterms:created>
  <dcterms:modified xsi:type="dcterms:W3CDTF">2026-07-13T11:40:19Z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FEDDDEFD92E4449B9948A91A1D07A9A5</vt:lpwstr>
  </property>
  <property fmtid="{D5CDD505-2E9C-101B-9397-08002B2CF9AE}" pid="3" name="KSOProductBuildVer">
    <vt:lpwstr>1033-11.2.0.11219</vt:lpwstr>
  </property>
</Properties>
</file>