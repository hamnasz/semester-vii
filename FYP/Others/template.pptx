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8"/>
  </p:notesMasterIdLst>
  <p:sldIdLst>
    <p:sldId id="273" r:id="rId4"/>
    <p:sldId id="1056" r:id="rId5"/>
    <p:sldId id="995" r:id="rId6"/>
    <p:sldId id="985" r:id="rId7"/>
  </p:sldIdLst>
  <p:sldSz cx="12192000" cy="6858000"/>
  <p:notesSz cx="6954838" cy="93091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939"/>
    <a:srgbClr val="FF7474"/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43C20-B5CC-4DE4-907C-A7AC8575AB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2C816-7AB3-4825-AB68-AC75EF082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4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2591-F35C-434B-A2D9-3E16F4039079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36-B690-4E0D-BFD7-72357DCEA5FD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6B7F7-68A6-424D-8630-06BACC5279E4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888-EFC1-41BF-8444-D6F8E42738CE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8AF4-B70D-4DCC-8C6E-85A0670D7510}" type="datetime1">
              <a:rPr lang="en-US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B508E-4235-42EB-8AD6-6536102BB241}" type="datetime1">
              <a:rPr lang="en-US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B64F-7903-4729-879D-3F23CCB2C441}" type="datetime1">
              <a:rPr lang="en-US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66A5-57AB-4A68-87E4-2C602A036CDA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2D91-3886-4865-9586-F51CAD07DC8B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2CB3-E6E2-4560-903E-B35F113DCA86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FF487-76C8-45F8-B648-22D02E5C0E13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FB2B-CBD7-4888-984B-5BC79758779B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B69E8-F880-4F0B-B018-FD2614D7E3C0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6142-3AEC-4374-9423-C08DD8BF73BB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4101-47B3-4C75-8B2C-46EE22260103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6CE5D-2F23-4929-AB33-C2F0EE04363D}" type="datetime1">
              <a:rPr lang="en-US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61A7-554D-4B26-AEF6-960EEB9FE81E}" type="datetime1">
              <a:rPr lang="en-US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F2C23-62BF-46B2-AB09-1B8E2E0B1CF7}" type="datetime1">
              <a:rPr lang="en-US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2330-15B2-46D3-8388-B032E009D4FE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E3E8-FE4E-4233-8CBC-455E0F336D3A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B46D8-8262-4F20-AC0D-6645FF70688E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9583A-2FB6-4A8B-BA68-83CFAE55FE48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4BCA-3E33-4C5B-9C1A-1571B79EEF64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9351-B529-42C0-BA53-E0C6B10C87F7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8791-DF29-47C8-B297-376DE72872F3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14FB-43B5-424E-9A36-E96FBADAFE7C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C3E6-7EE4-4228-B6B7-11527D51E46D}" type="datetime1">
              <a:rPr lang="en-US" smtClean="0"/>
              <a:t>9/3/2026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B34C-717C-4CC5-A23E-BD8CDC7F0B28}" type="datetime1">
              <a:rPr lang="en-US" smtClean="0"/>
              <a:t>9/3/2026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5EF2-B571-4BCA-BC44-CC1C356F96EB}" type="datetime1">
              <a:rPr lang="en-US" smtClean="0"/>
              <a:t>9/3/2026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ECDE-4DCE-4E0C-8EA2-2D214DF3FEDF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0653-CC3F-4F55-8AF0-0F4AB777F248}" type="datetime1">
              <a:rPr lang="en-US" smtClean="0"/>
              <a:t>9/3/2026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8B8C5-10C5-4683-B312-A82772AD720A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F83-7566-4370-83B5-427030774862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6185F-7414-43A4-8B9D-D2E755EC1D8D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59092-0BC8-4268-9C25-66BCA31E3CC5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5BB49-8A63-4A3F-BB4F-FEAA269AA397}" type="datetime1">
              <a:rPr lang="en-US" smtClean="0"/>
              <a:t>9/3/2026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756"/>
            <a:ext cx="12192000" cy="7040691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48870" y="1890397"/>
            <a:ext cx="10094259" cy="2495640"/>
          </a:xfrm>
        </p:spPr>
        <p:txBody>
          <a:bodyPr>
            <a:noAutofit/>
          </a:bodyPr>
          <a:lstStyle/>
          <a:p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2413415" y="4781862"/>
            <a:ext cx="9122803" cy="1677933"/>
          </a:xfrm>
        </p:spPr>
        <p:txBody>
          <a:bodyPr>
            <a:normAutofit/>
          </a:bodyPr>
          <a:lstStyle/>
          <a:p>
            <a:pPr algn="r">
              <a:lnSpc>
                <a:spcPct val="80000"/>
              </a:lnSpc>
              <a:defRPr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E6A92CB-B314-A4D1-EEE0-1015B537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1</a:t>
            </a:fld>
            <a:endParaRPr lang="x-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96FCE9-BADF-A344-B937-6325355C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0D18BD-E52F-217B-2AFC-F3E55CCD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999" y="332753"/>
            <a:ext cx="6843330" cy="638922"/>
          </a:xfrm>
        </p:spPr>
        <p:txBody>
          <a:bodyPr>
            <a:normAutofit/>
          </a:bodyPr>
          <a:lstStyle/>
          <a:p>
            <a:pPr algn="ctr"/>
            <a:endParaRPr lang="en-GB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FD220E-E6E3-5C90-C57B-0C54389CD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1446934"/>
            <a:ext cx="11812250" cy="48189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FFCCD6-23EB-06FC-796F-BBF1BCEC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2670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96FCE9-BADF-A344-B937-6325355C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0D18BD-E52F-217B-2AFC-F3E55CCD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999" y="332753"/>
            <a:ext cx="6843330" cy="638922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FD220E-E6E3-5C90-C57B-0C54389CD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1446934"/>
            <a:ext cx="11812250" cy="48189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C23D32-F63A-4F1B-EC19-E6D238E8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9522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9406E9D-7AC8-3F70-0AA3-B199F2BD9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705" y="2667314"/>
            <a:ext cx="5546141" cy="239159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A58F25E-CCA9-3B66-F773-B4852BE0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8452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17626</TotalTime>
  <Words>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Lecture 6</vt:lpstr>
      <vt:lpstr>1_Office Theme</vt:lpstr>
      <vt:lpstr>PowerPoint Presentation</vt:lpstr>
      <vt:lpstr>PowerPoint Presentation</vt:lpstr>
      <vt:lpstr>Content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Naeem</cp:lastModifiedBy>
  <cp:revision>353</cp:revision>
  <cp:lastPrinted>2026-05-06T00:37:48Z</cp:lastPrinted>
  <dcterms:created xsi:type="dcterms:W3CDTF">2024-06-21T09:49:00Z</dcterms:created>
  <dcterms:modified xsi:type="dcterms:W3CDTF">2026-09-03T16:56:52Z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